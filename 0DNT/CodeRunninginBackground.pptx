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8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7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2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1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33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5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14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14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9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27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50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7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1CDDE-F088-4BCD-BD7B-319DF56537F0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1B74B-1F57-48EA-85AA-C6DAE6FAB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604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Montserrat"/>
              </a:rPr>
              <a:t>PLEASE DO NOT SHUT </a:t>
            </a:r>
            <a:r>
              <a:rPr lang="en-US" sz="4400" b="1" dirty="0" smtClean="0">
                <a:solidFill>
                  <a:srgbClr val="FF0000"/>
                </a:solidFill>
                <a:latin typeface="Montserrat"/>
              </a:rPr>
              <a:t>DOWN </a:t>
            </a:r>
            <a:r>
              <a:rPr lang="en-US" sz="4400" b="1" dirty="0" smtClean="0">
                <a:solidFill>
                  <a:srgbClr val="FF0000"/>
                </a:solidFill>
                <a:latin typeface="Montserrat"/>
              </a:rPr>
              <a:t>THIS PC</a:t>
            </a:r>
            <a:r>
              <a:rPr lang="en-IN" b="1" dirty="0">
                <a:solidFill>
                  <a:srgbClr val="FF0000"/>
                </a:solidFill>
                <a:latin typeface="Montserrat"/>
              </a:rPr>
              <a:t/>
            </a:r>
            <a:br>
              <a:rPr lang="en-IN" b="1" dirty="0">
                <a:solidFill>
                  <a:srgbClr val="FF0000"/>
                </a:solidFill>
                <a:latin typeface="Montserrat"/>
              </a:rPr>
            </a:br>
            <a:r>
              <a:rPr lang="en-US" sz="3600" b="1" dirty="0">
                <a:latin typeface="Montserrat"/>
              </a:rPr>
              <a:t>CODE IS BEING EXECUTED</a:t>
            </a:r>
            <a:endParaRPr lang="en-IN" b="1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4317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548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Office Theme</vt:lpstr>
      <vt:lpstr>PLEASE DO NOT SHUT DOWN THIS PC CODE IS BEING EXECUTED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PLEASE DO NOT SHUT THIS PC DOWN CODE IS BEING EXECUTED</dc:title>
  <dc:creator>Admin</dc:creator>
  <cp:lastModifiedBy>Admin</cp:lastModifiedBy>
  <cp:revision>6</cp:revision>
  <dcterms:created xsi:type="dcterms:W3CDTF">2026-06-25T10:20:45Z</dcterms:created>
  <dcterms:modified xsi:type="dcterms:W3CDTF">2026-06-25T19:29:44Z</dcterms:modified>
</cp:coreProperties>
</file>